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Old Standard TT"/>
      <p:regular r:id="rId22"/>
      <p:bold r:id="rId23"/>
      <p: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E1AFFA-C886-4F24-95B7-148B724FB9B1}">
  <a:tblStyle styleId="{DFE1AFFA-C886-4F24-95B7-148B724FB9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OldStandardTT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OldStandardTT-italic.fntdata"/><Relationship Id="rId12" Type="http://schemas.openxmlformats.org/officeDocument/2006/relationships/slide" Target="slides/slide6.xml"/><Relationship Id="rId23" Type="http://schemas.openxmlformats.org/officeDocument/2006/relationships/font" Target="fonts/OldStandardT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a5718de040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a5718de040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a790928e5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a790928e5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a5718de040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a5718de040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a5718de040_2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a5718de040_2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a5718de040_2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a5718de040_2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a5994ca5c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a5994ca5c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a790928e5b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a790928e5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a790928e5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a790928e5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a790928e5b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a790928e5b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a5718de040_2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a5718de040_2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a5718de040_2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a5718de040_2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a5718de040_2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a5718de040_2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a5718de040_2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a5718de040_2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a5994ca5c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a5994ca5c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PROJECT DEMO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CSC301- TEAM32 FLORA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USER STORY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/>
              <a:t>A U of T student wants to sell her/his old text books, iclicker, notes and other unused items.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400"/>
              <a:t>A U of T </a:t>
            </a:r>
            <a:r>
              <a:rPr lang="zh-TW" sz="1400"/>
              <a:t>student who wants to search for lower price, course related items and other camps related items.</a:t>
            </a:r>
            <a:endParaRPr sz="1400"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3225" y="419575"/>
            <a:ext cx="2652350" cy="198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1663" y="2885475"/>
            <a:ext cx="2983913" cy="198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500"/>
              <a:t>Time consuming and difficult to gather all needed materials from a single second hand </a:t>
            </a:r>
            <a:r>
              <a:rPr lang="zh-TW" sz="1500"/>
              <a:t>marketplace</a:t>
            </a:r>
            <a:r>
              <a:rPr lang="zh-TW" sz="1500"/>
              <a:t>. </a:t>
            </a:r>
            <a:endParaRPr sz="1500"/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4272925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Solution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4272925" y="1389600"/>
            <a:ext cx="30000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 centralized platform that is only for UofT students to do second hand items trading.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Feature1 User 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Login and registration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email confirmation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profile with wishlist and list of posting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bought history</a:t>
            </a:r>
            <a:endParaRPr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3168000" y="5650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Feature2 Post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68000" y="139905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Post item want to sell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user information </a:t>
            </a:r>
            <a:r>
              <a:rPr lang="zh-TW"/>
              <a:t>protected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upload picture and descriptions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displaying status for posting (partially done but ongoing)</a:t>
            </a:r>
            <a:endParaRPr/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6024300" y="5650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Feature3 Shopping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60243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check sellers profile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Add items to wishlist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bought items and received the confirmation email with the  seller information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rating the seller after shopping(ongoing)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Demo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zh-TW"/>
              <a:t>Progress — Github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150" y="1536202"/>
            <a:ext cx="7621801" cy="322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Handoff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Have an URL for the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Github repository for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Running locally instruction and </a:t>
            </a:r>
            <a:r>
              <a:rPr lang="zh-TW"/>
              <a:t>deployment</a:t>
            </a:r>
            <a:r>
              <a:rPr lang="zh-TW"/>
              <a:t> instruction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Guide on using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.env file emailed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requirement.txt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commented code and meaningful name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825" y="445025"/>
            <a:ext cx="6598047" cy="412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811250" y="472025"/>
            <a:ext cx="38142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Tech Stack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&amp; Data Flow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1125" y="472037"/>
            <a:ext cx="4238975" cy="419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Technical Aspects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653800" y="1300638"/>
            <a:ext cx="4279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Old Standard TT"/>
                <a:ea typeface="Old Standard TT"/>
                <a:cs typeface="Old Standard TT"/>
                <a:sym typeface="Old Standard TT"/>
              </a:rPr>
              <a:t>Key Frontend Libraries: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-"/>
            </a:pPr>
            <a:r>
              <a:rPr lang="zh-TW">
                <a:latin typeface="Old Standard TT"/>
                <a:ea typeface="Old Standard TT"/>
                <a:cs typeface="Old Standard TT"/>
                <a:sym typeface="Old Standard TT"/>
              </a:rPr>
              <a:t>React Bootstrap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-"/>
            </a:pPr>
            <a:r>
              <a:rPr lang="zh-TW">
                <a:latin typeface="Old Standard TT"/>
                <a:ea typeface="Old Standard TT"/>
                <a:cs typeface="Old Standard TT"/>
                <a:sym typeface="Old Standard TT"/>
              </a:rPr>
              <a:t>React Paginate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-"/>
            </a:pPr>
            <a:r>
              <a:rPr lang="zh-TW">
                <a:latin typeface="Old Standard TT"/>
                <a:ea typeface="Old Standard TT"/>
                <a:cs typeface="Old Standard TT"/>
                <a:sym typeface="Old Standard TT"/>
              </a:rPr>
              <a:t>React Aws S3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653800" y="2580750"/>
            <a:ext cx="4279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Old Standard TT"/>
                <a:ea typeface="Old Standard TT"/>
                <a:cs typeface="Old Standard TT"/>
                <a:sym typeface="Old Standard TT"/>
              </a:rPr>
              <a:t>Key Backend Libraries: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-"/>
            </a:pPr>
            <a:r>
              <a:rPr lang="zh-TW">
                <a:latin typeface="Old Standard TT"/>
                <a:ea typeface="Old Standard TT"/>
                <a:cs typeface="Old Standard TT"/>
                <a:sym typeface="Old Standard TT"/>
              </a:rPr>
              <a:t>Flask JWT Extended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-"/>
            </a:pPr>
            <a:r>
              <a:rPr lang="zh-TW">
                <a:latin typeface="Old Standard TT"/>
                <a:ea typeface="Old Standard TT"/>
                <a:cs typeface="Old Standard TT"/>
                <a:sym typeface="Old Standard TT"/>
              </a:rPr>
              <a:t>PyMongo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-"/>
            </a:pPr>
            <a:r>
              <a:rPr lang="zh-TW">
                <a:latin typeface="Old Standard TT"/>
                <a:ea typeface="Old Standard TT"/>
                <a:cs typeface="Old Standard TT"/>
                <a:sym typeface="Old Standard TT"/>
              </a:rPr>
              <a:t>Boto3 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Old Standard TT"/>
              <a:buChar char="-"/>
            </a:pPr>
            <a:r>
              <a:rPr lang="zh-TW">
                <a:latin typeface="Old Standard TT"/>
                <a:ea typeface="Old Standard TT"/>
                <a:cs typeface="Old Standard TT"/>
                <a:sym typeface="Old Standard TT"/>
              </a:rPr>
              <a:t>flask-mail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1750" y="259027"/>
            <a:ext cx="5081100" cy="45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Individual Responsibility</a:t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075" y="1171600"/>
            <a:ext cx="5886371" cy="33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Test</a:t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00" y="1164570"/>
            <a:ext cx="2991574" cy="312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3474" y="1210625"/>
            <a:ext cx="5338127" cy="1876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Workflow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/>
              <a:t>Meeting before deliverable deciding API rules and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/>
              <a:t>Weekly meeting discussing progress and difficulties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/>
              <a:t>Use WeChat to report progress and difficulties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TW"/>
              <a:t>A branch on each feature and merge by Team Leader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256925" y="3810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Learning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2176750"/>
            <a:ext cx="2808000" cy="23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/>
              <a:t>Regular meeting and communication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/>
              <a:t>Helpful team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/>
              <a:t>self learning ability</a:t>
            </a:r>
            <a:endParaRPr/>
          </a:p>
        </p:txBody>
      </p:sp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13713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Key learning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256925" y="2176750"/>
            <a:ext cx="2808000" cy="23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/>
              <a:t>Not starting early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/>
              <a:t>Work not divided well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/>
              <a:t>Not adhere to deadline</a:t>
            </a:r>
            <a:endParaRPr/>
          </a:p>
        </p:txBody>
      </p:sp>
      <p:sp>
        <p:nvSpPr>
          <p:cNvPr id="152" name="Google Shape;152;p26"/>
          <p:cNvSpPr txBox="1"/>
          <p:nvPr>
            <p:ph type="title"/>
          </p:nvPr>
        </p:nvSpPr>
        <p:spPr>
          <a:xfrm>
            <a:off x="3256925" y="13713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Not well in D2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6202150" y="2176750"/>
            <a:ext cx="2808000" cy="23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/>
              <a:t>Start right away for D3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/>
              <a:t>Divide up work equally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TW"/>
              <a:t>Finish before deadline</a:t>
            </a:r>
            <a:endParaRPr/>
          </a:p>
        </p:txBody>
      </p:sp>
      <p:sp>
        <p:nvSpPr>
          <p:cNvPr id="154" name="Google Shape;154;p26"/>
          <p:cNvSpPr txBox="1"/>
          <p:nvPr>
            <p:ph type="title"/>
          </p:nvPr>
        </p:nvSpPr>
        <p:spPr>
          <a:xfrm>
            <a:off x="6202150" y="13713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Changes we made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555600"/>
            <a:ext cx="8403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Individual Contribution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389600"/>
            <a:ext cx="8403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1" name="Google Shape;161;p27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{DFE1AFFA-C886-4F24-95B7-148B724FB9B1}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Contribution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highlight>
                            <a:schemeClr val="accent1"/>
                          </a:highlight>
                        </a:rPr>
                        <a:t>Chu Kwan Louisa Lee</a:t>
                      </a:r>
                      <a:endParaRPr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Frontend function and designing UI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Shilin Zhang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Frontend function, designing UI and complete written documents (ex.README.md)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Yifan Zhao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Developing</a:t>
                      </a:r>
                      <a:r>
                        <a:rPr lang="zh-TW"/>
                        <a:t> backend function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Kevin Cai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Database and deployment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Chiatzen Wang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Testing, deployment and APIs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